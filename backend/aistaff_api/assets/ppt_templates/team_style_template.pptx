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22" r:id="rId2"/>
    <p:sldMasterId id="2147483734" r:id="rId3"/>
  </p:sldMasterIdLst>
  <p:notesMasterIdLst>
    <p:notesMasterId r:id="rId25"/>
  </p:notesMasterIdLst>
  <p:handoutMasterIdLst>
    <p:handoutMasterId r:id="rId26"/>
  </p:handoutMasterIdLst>
  <p:sldIdLst>
    <p:sldId id="568" r:id="rId4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6" r:id="rId20"/>
    <p:sldId id="577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36" userDrawn="1">
          <p15:clr>
            <a:srgbClr val="A4A3A4"/>
          </p15:clr>
        </p15:guide>
        <p15:guide id="2" pos="39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07" name="未知用户48" initials="" lastIdx="0" clrIdx="306"/>
  <p:cmAuthor id="1" name="王彬yf1" initials="王彬yf1" lastIdx="0" clrIdx="0"/>
  <p:cmAuthor id="308" name="未知用户97" initials="" lastIdx="0" clrIdx="307"/>
  <p:cmAuthor id="2" name="li li" initials="ll" lastIdx="0" clrIdx="1"/>
  <p:cmAuthor id="309" name="未知用户40" initials="" lastIdx="0" clrIdx="308"/>
  <p:cmAuthor id="3" name="DaSH" initials="DaSH" lastIdx="0" clrIdx="2"/>
  <p:cmAuthor id="310" name="未知用户43" initials="" lastIdx="0" clrIdx="309"/>
  <p:cmAuthor id="4" name="hasee" initials="h" lastIdx="0" clrIdx="3"/>
  <p:cmAuthor id="311" name="未知用户100" initials="" lastIdx="0" clrIdx="310"/>
  <p:cmAuthor id="5" name="高 远奉" initials="高" lastIdx="0" clrIdx="4"/>
  <p:cmAuthor id="312" name="未知用户101" initials="" lastIdx="0" clrIdx="311"/>
  <p:cmAuthor id="6" name="健君" initials="" lastIdx="0" clrIdx="5"/>
  <p:cmAuthor id="313" name="未知用户26" initials="" lastIdx="0" clrIdx="312"/>
  <p:cmAuthor id="7" name="Gufei Sun" initials="GS [7]" lastIdx="0" clrIdx="6"/>
  <p:cmAuthor id="314" name="未知用户29" initials="" lastIdx="0" clrIdx="313"/>
  <p:cmAuthor id="8" name="wangweizhi941015@163.com" initials="w" lastIdx="0" clrIdx="7"/>
  <p:cmAuthor id="315" name="未知用户32" initials="" lastIdx="0" clrIdx="314"/>
  <p:cmAuthor id="9" name="boyi ni" initials="bn [5]" lastIdx="0" clrIdx="8"/>
  <p:cmAuthor id="316" name="未知用户33" initials="" lastIdx="0" clrIdx="315"/>
  <p:cmAuthor id="10" name="常文平" initials="u" lastIdx="0" clrIdx="9"/>
  <p:cmAuthor id="317" name="未知用户34" initials="" lastIdx="0" clrIdx="316"/>
  <p:cmAuthor id="11" name="玉安 武" initials="玉安" lastIdx="0" clrIdx="10"/>
  <p:cmAuthor id="318" name="未知用户42" initials="" lastIdx="0" clrIdx="317"/>
  <p:cmAuthor id="12" name="郭茂" initials="郭茂" lastIdx="0" clrIdx="11"/>
  <p:cmAuthor id="319" name="未知的使用者109" initials="" lastIdx="0" clrIdx="318"/>
  <p:cmAuthor id="13" name="Mjf" initials="M" lastIdx="0" clrIdx="12"/>
  <p:cmAuthor id="320" name="未知的使用者122" initials="" lastIdx="0" clrIdx="319"/>
  <p:cmAuthor id="14" name="未知用户93" initials="" lastIdx="0" clrIdx="13"/>
  <p:cmAuthor id="321" name="未知的使用者123" initials="" lastIdx="0" clrIdx="320"/>
  <p:cmAuthor id="15" name="卢雯" initials="卢雯" lastIdx="0" clrIdx="14"/>
  <p:cmAuthor id="322" name="86180" initials="8" lastIdx="0" clrIdx="321"/>
  <p:cmAuthor id="16" name="未知用户90" initials="" lastIdx="0" clrIdx="15"/>
  <p:cmAuthor id="323" name="wu alice" initials="w" lastIdx="0" clrIdx="322"/>
  <p:cmAuthor id="17" name="zhijian liu" initials="zl" lastIdx="0" clrIdx="16"/>
  <p:cmAuthor id="324" name="茂 郭" initials="茂郭" lastIdx="0" clrIdx="323"/>
  <p:cmAuthor id="18" name="未知用户91" initials="" lastIdx="0" clrIdx="17"/>
  <p:cmAuthor id="325" name="WPS_1679281038" initials="W" lastIdx="0" clrIdx="324"/>
  <p:cmAuthor id="19" name="Ren Li(联通集团联通系统集成有限公司)" initials="RL" lastIdx="0" clrIdx="18"/>
  <p:cmAuthor id="326" name="熊模友" initials="U" lastIdx="0" clrIdx="325"/>
  <p:cmAuthor id="20" name="未知用户92" initials="" lastIdx="0" clrIdx="19"/>
  <p:cmAuthor id="327" name="Mayn" initials="M" lastIdx="0" clrIdx="326"/>
  <p:cmAuthor id="21" name="系统修改" initials="yuh111" lastIdx="0" clrIdx="20"/>
  <p:cmAuthor id="328" name="陈 超" initials="陈" lastIdx="0" clrIdx="327"/>
  <p:cmAuthor id="22" name="未知用户74" initials="" lastIdx="0" clrIdx="21"/>
  <p:cmAuthor id="329" name="长老" initials="authorId_652620241" lastIdx="0" clrIdx="328"/>
  <p:cmAuthor id="23" name="Smith" initials="S" lastIdx="0" clrIdx="22"/>
  <p:cmAuthor id="24" name="未知用户75" initials="" lastIdx="0" clrIdx="23"/>
  <p:cmAuthor id="25" name="unicom" initials="u" lastIdx="0" clrIdx="24"/>
  <p:cmAuthor id="26" name="未知用户76" initials="" lastIdx="0" clrIdx="25"/>
  <p:cmAuthor id="27" name="ChinaUnicomSoftWare" initials="C" lastIdx="0" clrIdx="26"/>
  <p:cmAuthor id="28" name="未知用户77" initials="" lastIdx="0" clrIdx="27"/>
  <p:cmAuthor id="29" name="Microsoft Office 用户" initials="MO用" lastIdx="0" clrIdx="28"/>
  <p:cmAuthor id="30" name="未知用户78" initials="" lastIdx="0" clrIdx="29"/>
  <p:cmAuthor id="31" name="chinaunicom" initials="c" lastIdx="0" clrIdx="30"/>
  <p:cmAuthor id="32" name="未知用户79" initials="" lastIdx="0" clrIdx="31"/>
  <p:cmAuthor id="33" name="lenovo" initials="l" lastIdx="0" clrIdx="32"/>
  <p:cmAuthor id="34" name="未知用户80" initials="" lastIdx="0" clrIdx="33"/>
  <p:cmAuthor id="35" name="Unicom" initials="U" lastIdx="0" clrIdx="34"/>
  <p:cmAuthor id="36" name="Harry xu" initials="" lastIdx="0" clrIdx="35"/>
  <p:cmAuthor id="37" name="Administrator" initials="A" lastIdx="0" clrIdx="36"/>
  <p:cmAuthor id="38" name="未知用户27" initials="未" lastIdx="0" clrIdx="37"/>
  <p:cmAuthor id="39" name="owner" initials="o" lastIdx="0" clrIdx="38"/>
  <p:cmAuthor id="40" name="未知用户35" initials="未" lastIdx="0" clrIdx="39"/>
  <p:cmAuthor id="41" name="李岩（IT）" initials="李" lastIdx="0" clrIdx="40"/>
  <p:cmAuthor id="42" name="未知用户111" initials="未" lastIdx="0" clrIdx="41"/>
  <p:cmAuthor id="43" name="13686" initials="1" lastIdx="0" clrIdx="42"/>
  <p:cmAuthor id="44" name="周辉" initials="周" lastIdx="0" clrIdx="43"/>
  <p:cmAuthor id="45" name="guo jingwen" initials="gj" lastIdx="0" clrIdx="44"/>
  <p:cmAuthor id="46" name="sx_xuzx" initials="s" lastIdx="0" clrIdx="45"/>
  <p:cmAuthor id="47" name="tplife" initials="t" lastIdx="0" clrIdx="46"/>
  <p:cmAuthor id="48" name="孟 昕" initials="孟" lastIdx="0" clrIdx="47"/>
  <p:cmAuthor id="49" name="王得民" initials="王" lastIdx="0" clrIdx="48"/>
  <p:cmAuthor id="50" name="syc" initials="s" lastIdx="0" clrIdx="49"/>
  <p:cmAuthor id="51" name="Tseng, Melanie" initials="T" lastIdx="0" clrIdx="50"/>
  <p:cmAuthor id="52" name="李蕾00009994" initials="李" lastIdx="0" clrIdx="51"/>
  <p:cmAuthor id="53" name="Author" initials="A" lastIdx="0" clrIdx="52"/>
  <p:cmAuthor id="54" name="10270945" initials="1" lastIdx="0" clrIdx="53"/>
  <p:cmAuthor id="55" name="hj" initials="h" lastIdx="0" clrIdx="54"/>
  <p:cmAuthor id="56" name="IKKI" initials="I" lastIdx="0" clrIdx="55"/>
  <p:cmAuthor id="57" name="於宝泉" initials="於" lastIdx="0" clrIdx="56"/>
  <p:cmAuthor id="58" name="CAOH16" initials="C" lastIdx="0" clrIdx="57"/>
  <p:cmAuthor id="59" name="殷格非" initials="殷" lastIdx="0" clrIdx="58"/>
  <p:cmAuthor id="60" name="10033224" initials="1" lastIdx="0" clrIdx="59"/>
  <p:cmAuthor id="61" name="z r" initials="zr" lastIdx="0" clrIdx="60"/>
  <p:cmAuthor id="62" name="李金夏" initials="李" lastIdx="0" clrIdx="61"/>
  <p:cmAuthor id="63" name="盛新鹏" initials="盛" lastIdx="0" clrIdx="62"/>
  <p:cmAuthor id="64" name="Lenovo" initials="L" lastIdx="0" clrIdx="63"/>
  <p:cmAuthor id="65" name="86186" initials="8" lastIdx="0" clrIdx="64"/>
  <p:cmAuthor id="66" name="黄珂10009187" initials="黄珂10009187" lastIdx="0" clrIdx="65"/>
  <p:cmAuthor id="67" name="赵欣" initials="zx" lastIdx="0" clrIdx="66"/>
  <p:cmAuthor id="68" name="Charley" initials="C" lastIdx="0" clrIdx="67"/>
  <p:cmAuthor id="69" name="Cindy-NB" initials="C" lastIdx="0" clrIdx="68"/>
  <p:cmAuthor id="70" name="未知的使用者4" initials="未" lastIdx="0" clrIdx="69"/>
  <p:cmAuthor id="71" name="wangshuai" initials="w" lastIdx="0" clrIdx="70"/>
  <p:cmAuthor id="72" name="moqio" initials="m" lastIdx="0" clrIdx="71"/>
  <p:cmAuthor id="73" name="LiHongYun" initials="L" lastIdx="0" clrIdx="72"/>
  <p:cmAuthor id="74" name="未知的使用者1" initials="未" lastIdx="0" clrIdx="73"/>
  <p:cmAuthor id="75" name="未知的使用者2" initials="未" lastIdx="0" clrIdx="74"/>
  <p:cmAuthor id="76" name="未知的使用者7" initials="未" lastIdx="0" clrIdx="75"/>
  <p:cmAuthor id="77" name="zhangxc210" initials="z" lastIdx="0" clrIdx="76"/>
  <p:cmAuthor id="78" name="wyao8" initials="w" lastIdx="0" clrIdx="77"/>
  <p:cmAuthor id="79" name="未知的使用者21" initials="未" lastIdx="0" clrIdx="78"/>
  <p:cmAuthor id="80" name="MLOONG" initials="M" lastIdx="0" clrIdx="79"/>
  <p:cmAuthor id="81" name="沈霄雷" initials="沈" lastIdx="0" clrIdx="80"/>
  <p:cmAuthor id="82" name="lantj" initials="l" lastIdx="0" clrIdx="81"/>
  <p:cmAuthor id="83" name="张建勇" initials="u" lastIdx="0" clrIdx="82"/>
  <p:cmAuthor id="84" name="zhangjj" initials="z" lastIdx="0" clrIdx="83"/>
  <p:cmAuthor id="85" name="郭 浩" initials="郭" lastIdx="0" clrIdx="84"/>
  <p:cmAuthor id="86" name="Shirley" initials="S" lastIdx="0" clrIdx="85"/>
  <p:cmAuthor id="87" name="未知的使用者70" initials="" lastIdx="0" clrIdx="86"/>
  <p:cmAuthor id="88" name="席琛" initials="" lastIdx="0" clrIdx="87"/>
  <p:cmAuthor id="89" name="未知的使用者85" initials="" lastIdx="0" clrIdx="88"/>
  <p:cmAuthor id="90" name="wumeng" initials="w" lastIdx="0" clrIdx="89"/>
  <p:cmAuthor id="91" name="未知的使用者87" initials="" lastIdx="0" clrIdx="90"/>
  <p:cmAuthor id="92" name="Saku Uchikawa" initials="S" lastIdx="0" clrIdx="91"/>
  <p:cmAuthor id="93" name="未知的使用者90" initials="" lastIdx="0" clrIdx="92"/>
  <p:cmAuthor id="94" name="張秀娟" initials="張" lastIdx="0" clrIdx="93"/>
  <p:cmAuthor id="95" name="未知的使用者34" initials="未" lastIdx="0" clrIdx="94"/>
  <p:cmAuthor id="96" name="未知的使用者98" initials="" lastIdx="0" clrIdx="95"/>
  <p:cmAuthor id="97" name="CHRISYU" initials="" lastIdx="0" clrIdx="96"/>
  <p:cmAuthor id="98" name="未知的使用者113" initials="" lastIdx="0" clrIdx="97"/>
  <p:cmAuthor id="99" name="liucunri" initials="" lastIdx="0" clrIdx="98"/>
  <p:cmAuthor id="100" name="qihua-DCMS" initials="q" lastIdx="0" clrIdx="99"/>
  <p:cmAuthor id="101" name="Unknown User48" initials="" lastIdx="0" clrIdx="100"/>
  <p:cmAuthor id="102" name="未知用户82" initials="未知用户82" lastIdx="0" clrIdx="101"/>
  <p:cmAuthor id="103" name="未知用户83" initials="未知用户83" lastIdx="0" clrIdx="102"/>
  <p:cmAuthor id="104" name="未知用户84" initials="未知用户84" lastIdx="0" clrIdx="103"/>
  <p:cmAuthor id="105" name="未知用户137" initials="未知用户137" lastIdx="0" clrIdx="104"/>
  <p:cmAuthor id="106" name="未知用户21" initials="未" lastIdx="0" clrIdx="105"/>
  <p:cmAuthor id="107" name="未知用户138" initials="未知用户138" lastIdx="0" clrIdx="106"/>
  <p:cmAuthor id="108" name="作者" initials="A" lastIdx="0" clrIdx="107"/>
  <p:cmAuthor id="109" name="黄译萱(联通上海市上海市分公司)" initials="MSOffice" lastIdx="0" clrIdx="108"/>
  <p:cmAuthor id="110" name="邵丹(联通上海市上海市分公司)" initials="邵丹(联通上海市上海市分公司)" lastIdx="0" clrIdx="109"/>
  <p:cmAuthor id="111" name="Lina Hang(联通上海市上海市分公司)" initials="LH" lastIdx="0" clrIdx="110"/>
  <p:cmAuthor id="112" name="未知的使用者16" initials="未" lastIdx="0" clrIdx="111"/>
  <p:cmAuthor id="113" name="未知的使用者13" initials="未" lastIdx="0" clrIdx="112"/>
  <p:cmAuthor id="114" name="未知的使用者14" initials="未" lastIdx="0" clrIdx="113"/>
  <p:cmAuthor id="115" name="廖麗華" initials="廖" lastIdx="0" clrIdx="114"/>
  <p:cmAuthor id="116" name="未知的使用者12" initials="未" lastIdx="0" clrIdx="115"/>
  <p:cmAuthor id="117" name="未知用户129" initials="未知用户129" lastIdx="0" clrIdx="116"/>
  <p:cmAuthor id="118" name="唐可欣" initials="唐" lastIdx="0" clrIdx="117"/>
  <p:cmAuthor id="119" name="王鹏凯" initials="" lastIdx="0" clrIdx="118"/>
  <p:cmAuthor id="120" name="未知的使用者35" initials="未" lastIdx="0" clrIdx="119"/>
  <p:cmAuthor id="121" name="未知的使用者33" initials="未" lastIdx="0" clrIdx="120"/>
  <p:cmAuthor id="122" name="Admin" initials="A" lastIdx="0" clrIdx="121"/>
  <p:cmAuthor id="123" name="未知的使用者93" initials="" lastIdx="0" clrIdx="122"/>
  <p:cmAuthor id="124" name="LeeElva" initials="" lastIdx="0" clrIdx="123"/>
  <p:cmAuthor id="125" name="未知用户99" initials="" lastIdx="0" clrIdx="124"/>
  <p:cmAuthor id="126" name="未知的使用者115" initials="" lastIdx="0" clrIdx="125"/>
  <p:cmAuthor id="127" name="未知用户57" initials="" lastIdx="0" clrIdx="126"/>
  <p:cmAuthor id="128" name="lianghb" initials="" lastIdx="0" clrIdx="127"/>
  <p:cmAuthor id="129" name="未知用户17" initials="" lastIdx="0" clrIdx="128"/>
  <p:cmAuthor id="130" name="Deanna Schuler (Bookey Consulting)" initials="" lastIdx="0" clrIdx="129"/>
  <p:cmAuthor id="131" name="未知的使用者57" initials="未" lastIdx="0" clrIdx="130"/>
  <p:cmAuthor id="132" name="未知用户102" initials="" lastIdx="0" clrIdx="131"/>
  <p:cmAuthor id="133" name="maxine" initials="" lastIdx="0" clrIdx="132"/>
  <p:cmAuthor id="134" name="未知的使用者121" initials="" lastIdx="0" clrIdx="133"/>
  <p:cmAuthor id="135" name="周元元" initials="" lastIdx="0" clrIdx="134"/>
  <p:cmAuthor id="136" name="未知的使用者27" initials="" lastIdx="0" clrIdx="135"/>
  <p:cmAuthor id="137" name="未知的使用者30" initials="" lastIdx="0" clrIdx="136"/>
  <p:cmAuthor id="138" name="未知的使用者53" initials="" lastIdx="0" clrIdx="137"/>
  <p:cmAuthor id="139" name="未知用户58" initials="" lastIdx="0" clrIdx="138"/>
  <p:cmAuthor id="140" name="未知的使用者25" initials="" lastIdx="0" clrIdx="139"/>
  <p:cmAuthor id="141" name="liupeng" initials="" lastIdx="0" clrIdx="140"/>
  <p:cmAuthor id="142" name="未知用户24" initials="" lastIdx="0" clrIdx="141"/>
  <p:cmAuthor id="143" name="AbuSina" initials="" lastIdx="0" clrIdx="142"/>
  <p:cmAuthor id="144" name="hl sun" initials="" lastIdx="0" clrIdx="143"/>
  <p:cmAuthor id="145" name="未知的使用者94" initials="" lastIdx="0" clrIdx="144"/>
  <p:cmAuthor id="146" name="未知用户66" initials="" lastIdx="0" clrIdx="145"/>
  <p:cmAuthor id="147" name="未知用户19" initials="" lastIdx="0" clrIdx="146"/>
  <p:cmAuthor id="148" name="周宏達JerryChou" initials="" lastIdx="0" clrIdx="147"/>
  <p:cmAuthor id="149" name="未知用户7" initials="" lastIdx="0" clrIdx="148"/>
  <p:cmAuthor id="150" name="未知的使用者56" initials="" lastIdx="0" clrIdx="149"/>
  <p:cmAuthor id="151" name="未知的使用者119" initials="" lastIdx="0" clrIdx="150"/>
  <p:cmAuthor id="152" name="未知用户59" initials="" lastIdx="0" clrIdx="151"/>
  <p:cmAuthor id="153" name="未知的使用者22" initials="" lastIdx="0" clrIdx="152"/>
  <p:cmAuthor id="154" name="未知的使用者103" initials="" lastIdx="0" clrIdx="153"/>
  <p:cmAuthor id="155" name="Wenwen" initials="" lastIdx="0" clrIdx="154"/>
  <p:cmAuthor id="156" name="未知的使用者117" initials="" lastIdx="0" clrIdx="155"/>
  <p:cmAuthor id="157" name="未知的使用者28" initials="" lastIdx="0" clrIdx="156"/>
  <p:cmAuthor id="158" name="未知用户67" initials="" lastIdx="0" clrIdx="157"/>
  <p:cmAuthor id="159" name="未知用户114" initials="" lastIdx="0" clrIdx="158"/>
  <p:cmAuthor id="160" name="未知用户18" initials="" lastIdx="0" clrIdx="159"/>
  <p:cmAuthor id="161" name="未知的使用者67" initials="" lastIdx="0" clrIdx="160"/>
  <p:cmAuthor id="162" name="未知的使用者46" initials="" lastIdx="0" clrIdx="161"/>
  <p:cmAuthor id="163" name="未知的使用者26" initials="" lastIdx="0" clrIdx="162"/>
  <p:cmAuthor id="164" name="未知的使用者43" initials="" lastIdx="0" clrIdx="163"/>
  <p:cmAuthor id="165" name="未知的使用者9" initials="" lastIdx="0" clrIdx="164"/>
  <p:cmAuthor id="166" name="未知用户62" initials="" lastIdx="0" clrIdx="165"/>
  <p:cmAuthor id="167" name="yuanzh" initials="" lastIdx="0" clrIdx="166"/>
  <p:cmAuthor id="168" name="不明使用者57" initials="" lastIdx="0" clrIdx="167"/>
  <p:cmAuthor id="169" name="未知用户108" initials="" lastIdx="0" clrIdx="168"/>
  <p:cmAuthor id="170" name="未知的使用者110" initials="" lastIdx="0" clrIdx="169"/>
  <p:cmAuthor id="171" name="linyd" initials="" lastIdx="0" clrIdx="170"/>
  <p:cmAuthor id="172" name="未知用户8" initials="" lastIdx="0" clrIdx="171"/>
  <p:cmAuthor id="173" name="未知的使用者31" initials="" lastIdx="0" clrIdx="172"/>
  <p:cmAuthor id="174" name="未知用户81" initials="" lastIdx="0" clrIdx="173"/>
  <p:cmAuthor id="175" name="未知用户115" initials="" lastIdx="0" clrIdx="174"/>
  <p:cmAuthor id="176" name="未知的使用者68" initials="" lastIdx="0" clrIdx="175"/>
  <p:cmAuthor id="177" name="mm" initials="" lastIdx="0" clrIdx="176"/>
  <p:cmAuthor id="178" name="未知用户15" initials="" lastIdx="0" clrIdx="177"/>
  <p:cmAuthor id="179" name="朱晓瑜" initials="" lastIdx="0" clrIdx="178"/>
  <p:cmAuthor id="180" name="不明使用者20" initials="" lastIdx="0" clrIdx="179"/>
  <p:cmAuthor id="181" name="云成龙_JVVjiM7N" initials="authorId_318141806" lastIdx="0" clrIdx="180"/>
  <p:cmAuthor id="182" name="潘 晨" initials="潘" lastIdx="0" clrIdx="181"/>
  <p:cmAuthor id="183" name="song manyi" initials="sm" lastIdx="0" clrIdx="182"/>
  <p:cmAuthor id="184" name="未知用户6" initials="" lastIdx="0" clrIdx="183"/>
  <p:cmAuthor id="185" name="未知的使用者55" initials="" lastIdx="0" clrIdx="184"/>
  <p:cmAuthor id="186" name="未知的使用者111" initials="" lastIdx="0" clrIdx="185"/>
  <p:cmAuthor id="187" name="未知的使用者50" initials="" lastIdx="0" clrIdx="186"/>
  <p:cmAuthor id="188" name="未知的使用者11" initials="" lastIdx="0" clrIdx="187"/>
  <p:cmAuthor id="189" name="未知用户47" initials="" lastIdx="0" clrIdx="188"/>
  <p:cmAuthor id="190" name="小延魔法师" initials="小" lastIdx="0" clrIdx="189"/>
  <p:cmAuthor id="191" name="未知用户106" initials="未" lastIdx="0" clrIdx="190"/>
  <p:cmAuthor id="192" name="刘春杰10244342" initials="刘春杰10244342" lastIdx="0" clrIdx="191"/>
  <p:cmAuthor id="193" name="未知用户116" initials="" lastIdx="0" clrIdx="192"/>
  <p:cmAuthor id="194" name="li hui" initials="lh" lastIdx="0" clrIdx="193"/>
  <p:cmAuthor id="195" name="未知的使用者150" initials="未" lastIdx="0" clrIdx="194"/>
  <p:cmAuthor id="196" name="苏光耀_fEJ3faiq" initials="authorId_173651" lastIdx="0" clrIdx="195"/>
  <p:cmAuthor id="197" name="未知的使用者69" initials="" lastIdx="0" clrIdx="196"/>
  <p:cmAuthor id="198" name="未知的使用者112" initials="" lastIdx="0" clrIdx="197"/>
  <p:cmAuthor id="199" name="Kevin Hu" initials="" lastIdx="0" clrIdx="198"/>
  <p:cmAuthor id="200" name="未知的使用者38" initials="" lastIdx="0" clrIdx="199"/>
  <p:cmAuthor id="201" name="未知的使用者8" initials="" lastIdx="0" clrIdx="200"/>
  <p:cmAuthor id="202" name="不明使用者56" initials="" lastIdx="0" clrIdx="201"/>
  <p:cmAuthor id="203" name="P00035_jeremy" initials="" lastIdx="0" clrIdx="202"/>
  <p:cmAuthor id="204" name="Unknown User7" initials="" lastIdx="0" clrIdx="203"/>
  <p:cmAuthor id="205" name="muzi wei" initials="" lastIdx="0" clrIdx="204"/>
  <p:cmAuthor id="206" name="未知的使用者41" initials="" lastIdx="0" clrIdx="205"/>
  <p:cmAuthor id="207" name="djj" initials="" lastIdx="0" clrIdx="206"/>
  <p:cmAuthor id="208" name="未知用户117" initials="" lastIdx="0" clrIdx="207"/>
  <p:cmAuthor id="209" name="未知用户13" initials="" lastIdx="0" clrIdx="208"/>
  <p:cmAuthor id="210" name="不明使用者21" initials="" lastIdx="0" clrIdx="209"/>
  <p:cmAuthor id="211" name="YUMINGNJ" initials="" lastIdx="0" clrIdx="210"/>
  <p:cmAuthor id="212" name="未知的使用者52" initials="" lastIdx="0" clrIdx="211"/>
  <p:cmAuthor id="213" name="未知用户109" initials="" lastIdx="0" clrIdx="212"/>
  <p:cmAuthor id="214" name="Unknown User117" initials="U" lastIdx="0" clrIdx="213"/>
  <p:cmAuthor id="215" name="thomas" initials="" lastIdx="0" clrIdx="214"/>
  <p:cmAuthor id="216" name="未知的使用者3" initials="" lastIdx="0" clrIdx="215"/>
  <p:cmAuthor id="217" name="未知用户14" initials="" lastIdx="0" clrIdx="216"/>
  <p:cmAuthor id="218" name="Unknown User65" initials="U" lastIdx="0" clrIdx="217"/>
  <p:cmAuthor id="219" name="未知用户98" initials="" lastIdx="0" clrIdx="218"/>
  <p:cmAuthor id="220" name="未知用户61" initials="" lastIdx="0" clrIdx="219"/>
  <p:cmAuthor id="221" name="Jason Wang" initials="" lastIdx="0" clrIdx="220"/>
  <p:cmAuthor id="222" name="不明使用者18" initials="" lastIdx="0" clrIdx="221"/>
  <p:cmAuthor id="223" name="未知用户28" initials="未" lastIdx="0" clrIdx="222"/>
  <p:cmAuthor id="224" name="未知的使用者72" initials="" lastIdx="0" clrIdx="223"/>
  <p:cmAuthor id="225" name="未知的使用者48" initials="" lastIdx="0" clrIdx="224"/>
  <p:cmAuthor id="226" name="未知的使用者104" initials="" lastIdx="0" clrIdx="225"/>
  <p:cmAuthor id="227" name="未知用户60" initials="" lastIdx="0" clrIdx="226"/>
  <p:cmAuthor id="228" name="未知的使用者39" initials="未" lastIdx="0" clrIdx="227"/>
  <p:cmAuthor id="229" name="Shawna Strickland" initials="" lastIdx="0" clrIdx="228"/>
  <p:cmAuthor id="230" name="未知的使用者36" initials="" lastIdx="0" clrIdx="229"/>
  <p:cmAuthor id="231" name="Daniel Wuu" initials="" lastIdx="0" clrIdx="230"/>
  <p:cmAuthor id="232" name="未知用户56" initials="" lastIdx="0" clrIdx="231"/>
  <p:cmAuthor id="233" name="Ashley Eberenz" initials="" lastIdx="0" clrIdx="232"/>
  <p:cmAuthor id="234" name="不明使用者19" initials="" lastIdx="0" clrIdx="233"/>
  <p:cmAuthor id="235" name="qiantong" initials="" lastIdx="0" clrIdx="234"/>
  <p:cmAuthor id="236" name="未知的使用者74" initials="" lastIdx="0" clrIdx="235"/>
  <p:cmAuthor id="237" name="未知的使用者23" initials="" lastIdx="0" clrIdx="236"/>
  <p:cmAuthor id="238" name="116304" initials="" lastIdx="0" clrIdx="237"/>
  <p:cmAuthor id="239" name="未知用户31" initials="未" lastIdx="0" clrIdx="238"/>
  <p:cmAuthor id="240" name="R affer" initials="" lastIdx="0" clrIdx="239"/>
  <p:cmAuthor id="241" name="未知用户55" initials="" lastIdx="0" clrIdx="240"/>
  <p:cmAuthor id="242" name="未知的使用者95" initials="" lastIdx="0" clrIdx="241"/>
  <p:cmAuthor id="243" name="未知的使用者32" initials="" lastIdx="0" clrIdx="242"/>
  <p:cmAuthor id="244" name="未知的使用者49" initials="" lastIdx="0" clrIdx="243"/>
  <p:cmAuthor id="245" name="Unknown User26" initials="U" lastIdx="0" clrIdx="244"/>
  <p:cmAuthor id="246" name="yuexuejun" initials="" lastIdx="0" clrIdx="245"/>
  <p:cmAuthor id="247" name="未知的使用者71" initials="" lastIdx="0" clrIdx="246"/>
  <p:cmAuthor id="248" name="未知的使用者105" initials="" lastIdx="0" clrIdx="247"/>
  <p:cmAuthor id="249" name="Unknown User70" initials="" lastIdx="0" clrIdx="248"/>
  <p:cmAuthor id="250" name="clinchen" initials="" lastIdx="0" clrIdx="249"/>
  <p:cmAuthor id="251" name="未知用户23" initials="" lastIdx="0" clrIdx="250"/>
  <p:cmAuthor id="252" name="hanjuncompany" initials="" lastIdx="0" clrIdx="251"/>
  <p:cmAuthor id="253" name="kathy chen" initials="" lastIdx="0" clrIdx="252"/>
  <p:cmAuthor id="254" name="黄晓平" initials="黄" lastIdx="0" clrIdx="253"/>
  <p:cmAuthor id="255" name="未知的使用者63" initials="" lastIdx="0" clrIdx="254"/>
  <p:cmAuthor id="256" name="徐琳00159163" initials="徐琳00159163" lastIdx="0" clrIdx="255"/>
  <p:cmAuthor id="257" name="未知的使用者64" initials="" lastIdx="0" clrIdx="256"/>
  <p:cmAuthor id="258" name="未知的使用者47" initials="" lastIdx="0" clrIdx="257"/>
  <p:cmAuthor id="259" name="未知的使用者60" initials="" lastIdx="0" clrIdx="258"/>
  <p:cmAuthor id="260" name="未知的使用者59" initials="" lastIdx="0" clrIdx="259"/>
  <p:cmAuthor id="261" name="未知的使用者54" initials="" lastIdx="0" clrIdx="260"/>
  <p:cmAuthor id="262" name="未知的使用者66" initials="" lastIdx="0" clrIdx="261"/>
  <p:cmAuthor id="263" name="未知的使用者65" initials="" lastIdx="0" clrIdx="262"/>
  <p:cmAuthor id="264" name="未知的使用者106" initials="" lastIdx="0" clrIdx="263"/>
  <p:cmAuthor id="265" name="未知的使用者107" initials="" lastIdx="0" clrIdx="264"/>
  <p:cmAuthor id="266" name="未知的使用者108" initials="" lastIdx="0" clrIdx="265"/>
  <p:cmAuthor id="267" name="未知的使用者86" initials="" lastIdx="0" clrIdx="266"/>
  <p:cmAuthor id="268" name="未知的使用者116" initials="" lastIdx="0" clrIdx="267"/>
  <p:cmAuthor id="269" name="未知的使用者44" initials="" lastIdx="0" clrIdx="268"/>
  <p:cmAuthor id="270" name="未知的使用者37" initials="" lastIdx="0" clrIdx="269"/>
  <p:cmAuthor id="271" name="未知的使用者126" initials="" lastIdx="0" clrIdx="270"/>
  <p:cmAuthor id="272" name="未知的使用者127" initials="" lastIdx="0" clrIdx="271"/>
  <p:cmAuthor id="273" name="未知的使用者128" initials="" lastIdx="0" clrIdx="272"/>
  <p:cmAuthor id="274" name="未知的使用者124" initials="" lastIdx="0" clrIdx="273"/>
  <p:cmAuthor id="275" name="未知的使用者125" initials="" lastIdx="0" clrIdx="274"/>
  <p:cmAuthor id="276" name="Sara Chen" initials="" lastIdx="0" clrIdx="275"/>
  <p:cmAuthor id="277" name="huang gerrard" initials="" lastIdx="0" clrIdx="276"/>
  <p:cmAuthor id="278" name="未知用户170" initials="" lastIdx="0" clrIdx="277"/>
  <p:cmAuthor id="279" name="未知用户171" initials="" lastIdx="0" clrIdx="278"/>
  <p:cmAuthor id="280" name="未知用户172" initials="" lastIdx="0" clrIdx="279"/>
  <p:cmAuthor id="281" name="未知用户173" initials="" lastIdx="0" clrIdx="280"/>
  <p:cmAuthor id="282" name="未知用户149" initials="" lastIdx="0" clrIdx="281"/>
  <p:cmAuthor id="283" name="未知用户150" initials="" lastIdx="0" clrIdx="282"/>
  <p:cmAuthor id="284" name="未知用户151" initials="" lastIdx="0" clrIdx="283"/>
  <p:cmAuthor id="285" name="未知用户152" initials="" lastIdx="0" clrIdx="284"/>
  <p:cmAuthor id="286" name="未知用户153" initials="" lastIdx="0" clrIdx="285"/>
  <p:cmAuthor id="287" name="未知用户154" initials="" lastIdx="0" clrIdx="286"/>
  <p:cmAuthor id="288" name="未知用户155" initials="" lastIdx="0" clrIdx="287"/>
  <p:cmAuthor id="289" name="未知用户41" initials="" lastIdx="0" clrIdx="288"/>
  <p:cmAuthor id="290" name="未知用户44" initials="" lastIdx="0" clrIdx="289"/>
  <p:cmAuthor id="291" name="未知用户45" initials="" lastIdx="0" clrIdx="290"/>
  <p:cmAuthor id="292" name="未知用户156" initials="" lastIdx="0" clrIdx="291"/>
  <p:cmAuthor id="293" name="未知用户64" initials="" lastIdx="0" clrIdx="292"/>
  <p:cmAuthor id="294" name="未知用户65" initials="" lastIdx="0" clrIdx="293"/>
  <p:cmAuthor id="295" name="未知用户68" initials="" lastIdx="0" clrIdx="294"/>
  <p:cmAuthor id="296" name="未知用户69" initials="" lastIdx="0" clrIdx="295"/>
  <p:cmAuthor id="297" name="未知用户70" initials="" lastIdx="0" clrIdx="296"/>
  <p:cmAuthor id="298" name="未知用户71" initials="" lastIdx="0" clrIdx="297"/>
  <p:cmAuthor id="299" name="未知用户72" initials="" lastIdx="0" clrIdx="298"/>
  <p:cmAuthor id="300" name="未知用户73" initials="" lastIdx="0" clrIdx="299"/>
  <p:cmAuthor id="301" name="未知用户49" initials="" lastIdx="0" clrIdx="300"/>
  <p:cmAuthor id="302" name="未知用户50" initials="" lastIdx="0" clrIdx="301"/>
  <p:cmAuthor id="303" name="未知用户52" initials="" lastIdx="0" clrIdx="302"/>
  <p:cmAuthor id="304" name="MA15" initials="" lastIdx="0" clrIdx="303"/>
  <p:cmAuthor id="305" name="未知用户53" initials="" lastIdx="0" clrIdx="304"/>
  <p:cmAuthor id="306" name="未知用户96" initials="" lastIdx="0" clrIdx="3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B6FF"/>
    <a:srgbClr val="0050CA"/>
    <a:srgbClr val="000000"/>
    <a:srgbClr val="DAE3F3"/>
    <a:srgbClr val="EAECEF"/>
    <a:srgbClr val="D1E3FF"/>
    <a:srgbClr val="1848F0"/>
    <a:srgbClr val="5587D2"/>
    <a:srgbClr val="3F64C3"/>
    <a:srgbClr val="E1E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7" autoAdjust="0"/>
    <p:restoredTop sz="96331" autoAdjust="0"/>
  </p:normalViewPr>
  <p:slideViewPr>
    <p:cSldViewPr snapToGrid="0" snapToObjects="1" showGuides="1">
      <p:cViewPr varScale="1">
        <p:scale>
          <a:sx n="87" d="100"/>
          <a:sy n="87" d="100"/>
        </p:scale>
        <p:origin x="394" y="41"/>
      </p:cViewPr>
      <p:guideLst>
        <p:guide orient="horz" pos="1736"/>
        <p:guide pos="39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 10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8758562"/>
              <a:gd name="connsiteX1" fmla="*/ 12192000 w 12192000"/>
              <a:gd name="connsiteY1" fmla="*/ 0 h 8758562"/>
              <a:gd name="connsiteX2" fmla="*/ 12192000 w 12192000"/>
              <a:gd name="connsiteY2" fmla="*/ 8758562 h 8758562"/>
              <a:gd name="connsiteX3" fmla="*/ 0 w 12192000"/>
              <a:gd name="connsiteY3" fmla="*/ 8758562 h 875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58562">
                <a:moveTo>
                  <a:pt x="0" y="0"/>
                </a:moveTo>
                <a:lnTo>
                  <a:pt x="12192000" y="0"/>
                </a:lnTo>
                <a:lnTo>
                  <a:pt x="12192000" y="8758562"/>
                </a:lnTo>
                <a:lnTo>
                  <a:pt x="0" y="8758562"/>
                </a:lnTo>
                <a:close/>
              </a:path>
            </a:pathLst>
          </a:custGeom>
          <a:gradFill>
            <a:gsLst>
              <a:gs pos="0">
                <a:srgbClr val="E1E6EF"/>
              </a:gs>
              <a:gs pos="55000">
                <a:srgbClr val="F9FAFA"/>
              </a:gs>
              <a:gs pos="100000">
                <a:srgbClr val="FFFFFF"/>
              </a:gs>
            </a:gsLst>
            <a:lin ang="12939171" scaled="1"/>
          </a:gradFill>
          <a:ln w="24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 dirty="0">
              <a:solidFill>
                <a:schemeClr val="tx2"/>
              </a:solidFill>
              <a:latin typeface="Byte Sans Medium" panose="00000500000000000000" pitchFamily="2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531" y="286168"/>
            <a:ext cx="1629610" cy="38207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347751" y="393483"/>
            <a:ext cx="315120" cy="323523"/>
          </a:xfrm>
          <a:prstGeom prst="rect">
            <a:avLst/>
          </a:prstGeom>
          <a:solidFill>
            <a:srgbClr val="0050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518471" y="555244"/>
            <a:ext cx="206888" cy="212405"/>
          </a:xfrm>
          <a:prstGeom prst="rect">
            <a:avLst/>
          </a:prstGeom>
          <a:solidFill>
            <a:srgbClr val="53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2026/1/28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2026/1/28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6EA7-4AA1-4B21-B6F1-FEDBCBE2BD7F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10864-0892-457F-A415-F526B8868F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karlyli/Library/Containers/com.kingsoft.wpsoffice.mac/Data/tmp/picturecompress_20251115234147/output_1.pngoutput_1"/>
          <p:cNvPicPr>
            <a:picLocks noChangeAspect="1"/>
          </p:cNvPicPr>
          <p:nvPr/>
        </p:nvPicPr>
        <p:blipFill>
          <a:blip r:embed="rId3"/>
          <a:srcRect t="3003" r="1969"/>
          <a:stretch>
            <a:fillRect/>
          </a:stretch>
        </p:blipFill>
        <p:spPr>
          <a:xfrm>
            <a:off x="0" y="0"/>
            <a:ext cx="12226925" cy="68573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7944485" cy="6858000"/>
          </a:xfrm>
          <a:prstGeom prst="rect">
            <a:avLst/>
          </a:prstGeom>
          <a:gradFill>
            <a:gsLst>
              <a:gs pos="100000">
                <a:srgbClr val="E1ECFF">
                  <a:alpha val="80000"/>
                </a:srgbClr>
              </a:gs>
              <a:gs pos="0">
                <a:srgbClr val="E1ECFF"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ectangle 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24" name="图片 10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6" y="513520"/>
            <a:ext cx="2137410" cy="5010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5160" y="2039620"/>
            <a:ext cx="5683250" cy="13531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spc="300" dirty="0">
                <a:solidFill>
                  <a:srgbClr val="0050CA"/>
                </a:solidFill>
                <a:latin typeface="+mj-ea"/>
                <a:ea typeface="+mj-ea"/>
                <a:cs typeface="+mj-ea"/>
              </a:rPr>
              <a:t>生成式AI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="1" spc="30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大模型</a:t>
            </a:r>
            <a:r>
              <a:rPr lang="zh-CN" altLang="en-US" sz="4400" b="1" spc="30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培训</a:t>
            </a: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256512" y="6468550"/>
            <a:ext cx="40798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900" b="0">
                <a:solidFill>
                  <a:srgbClr val="A9B4D6"/>
                </a:solidFill>
              </a:rPr>
              <a:t>© 2026 （公司名称） · Internal Training Materials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645160" y="4585335"/>
            <a:ext cx="3820795" cy="5219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r>
              <a:t>（公司名称）</a:t>
            </a:r>
          </a:p>
        </p:txBody>
      </p:sp>
      <p:sp>
        <p:nvSpPr>
          <p:cNvPr id="24" name="object 489"/>
          <p:cNvSpPr txBox="1"/>
          <p:nvPr/>
        </p:nvSpPr>
        <p:spPr>
          <a:xfrm>
            <a:off x="676275" y="3392805"/>
            <a:ext cx="541972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从“会问”到“会用”——让大模型成为你的工作助手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731520" y="6309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9B4D6"/>
                </a:solidFill>
              </a:rPr>
              <a:t>2026-02-11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本次培训：目标与结构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适用对象：全员｜建议时长：60 分钟｜目标：安全、稳定、可复用地用AI提效。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理解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大模型是什么/能做什么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为什么会“胡说”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如何降低风险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会用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提示词模板与迭代方法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办公高频场景示例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让输出更稳的检查清单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能落地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部门场景选题方法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提示词库/知识库沉淀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安全合规与治理要点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大模型是什么（LLM）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一句话：基于海量数据训练的“通用语言能力引擎”，通过上下文生成/理解/推理文本。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你需要记住的 3 个关键词</a:t>
            </a:r>
          </a:p>
          <a:p>
            <a:r>
              <a:rPr sz="1200" b="0">
                <a:solidFill>
                  <a:srgbClr val="D9E0F3"/>
                </a:solidFill>
              </a:rPr>
              <a:t>• Token：模型处理文本的最小单位（字/词/片段）。</a:t>
            </a:r>
          </a:p>
          <a:p>
            <a:r>
              <a:rPr sz="1200" b="0">
                <a:solidFill>
                  <a:srgbClr val="D9E0F3"/>
                </a:solidFill>
              </a:rPr>
              <a:t>• 上下文：你给的资料 + 对话历史，决定输出质量上限。</a:t>
            </a:r>
          </a:p>
          <a:p>
            <a:r>
              <a:rPr sz="1200" b="0">
                <a:solidFill>
                  <a:srgbClr val="D9E0F3"/>
                </a:solidFill>
              </a:rPr>
              <a:t>• 幻觉：在信息不足时“看似合理”的编造，需要核对。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57400"/>
            <a:ext cx="1645920" cy="868680"/>
          </a:xfrm>
          <a:prstGeom prst="roundRect">
            <a:avLst/>
          </a:prstGeom>
          <a:noFill/>
          <a:ln w="25400"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输入
(需求/材料)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01000" y="2240280"/>
            <a:ext cx="365760" cy="502920"/>
          </a:xfrm>
          <a:prstGeom prst="rightArrow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057400"/>
            <a:ext cx="1645920" cy="868680"/>
          </a:xfrm>
          <a:prstGeom prst="roundRect">
            <a:avLst/>
          </a:prstGeom>
          <a:noFill/>
          <a:ln w="25400"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大模型
(理解/生成)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0012680" y="2240280"/>
            <a:ext cx="365760" cy="502920"/>
          </a:xfrm>
          <a:prstGeom prst="rightArrow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78440" y="2057400"/>
            <a:ext cx="1645920" cy="868680"/>
          </a:xfrm>
          <a:prstGeom prst="roundRect">
            <a:avLst/>
          </a:prstGeom>
          <a:noFill/>
          <a:ln w="25400"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输出
(草稿/方案)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能力与边界：别把AI当“事实源”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把它当“高效初稿生成器 + 思路陪练”，关键结论要用证据闭环。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擅长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起草与改写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归纳总结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生成结构化输出（表格/清单）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提供多方案与权衡建议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4D4F"/>
                </a:solidFill>
              </a:rPr>
              <a:t>风险点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信息不足时会编造（幻觉）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可能遗漏细节/误读上下文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对公司内部知识不了解（除非提供材料）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专业/法律结论不具备责任主体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6002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你要做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给材料：原文/数据/样例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定标准：输出格式+验收口径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做复核：关键事实/数字/引用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做留痕：保存输入与版本（便于追溯）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提示词四件套：把AI当“同事”来写需求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写得越像需求文档，结果越稳定。推荐：角色｜目标｜材料｜输出格式｜约束。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四件套（可记作 R-G-M-O）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Role：你希望它扮演谁（岗位/专家）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Goal：要解决什么问题（可量化）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Material：给足材料（原文/数据/样例）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Output：指定格式（表格/要点/邮件/PPT大纲）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00200"/>
            <a:ext cx="5394960" cy="4297680"/>
          </a:xfrm>
          <a:prstGeom prst="roundRect">
            <a:avLst/>
          </a:prstGeom>
          <a:solidFill>
            <a:srgbClr val="05122B"/>
          </a:solidFill>
          <a:ln w="25400"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D9E0F3"/>
                </a:solidFill>
                <a:latin typeface="Courier New"/>
              </a:rPr>
              <a:t>【角色】你是……\n【目标】请在……内完成……\n【材料】我提供：……（粘贴原文/数据）\n【约束】不要编造；不确定就提问；标注引用。\n【输出】请按：1) 结论 2) 依据 3) 下一步（表格）。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办公高频场景（可直接复用）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把“任务 + 材料 + 输出格式”写清楚，效率提升最明显。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写作润色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把这段话改成更专业/更口语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限制：不改变事实、不夸大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5151" y="1600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会议纪要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把以下录音转写/要点整理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输出：行动项/负责人/截止时间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3063" y="1600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资料总结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总结这份文档：结论+要点+风险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输出：一页纸（500字内）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邮件/报告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根据要点写一封邮件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语气：礼貌、简洁、可执行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1" y="3886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表格分析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基于这份数据给洞察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输出：3个发现+建议（表格）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063" y="388620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PPT大纲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把主题拆成 8 页PPT 结构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每页：标题+3要点+图示建议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部门场景案例（示例）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把“输入材料”准备好，比反复改提示词更重要。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销售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材料：客户背景/需求/竞品信息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输出：电话话术+异议处理+跟进邮件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600200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客服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材料：历史工单/FAQ/产品手册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输出：标准回复+排障步骤+升级建议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人事/行政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材料：制度/流程/模板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输出：公告文案+问答清单+培训题库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977639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50CA"/>
                </a:solidFill>
              </a:rPr>
              <a:t>研发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材料：需求描述/日志/代码片段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输出：排查思路+修复建议+测试用例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数据安全与合规：红线清单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原则：能不上传就不上传；必须上传先脱敏；输出用于对外前必须人工复核。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40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2C41A"/>
                </a:solidFill>
              </a:rPr>
              <a:t>可以（建议）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公开信息、通用知识、已公开的政策与标准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已脱敏/匿名化数据（去除姓名、电话、地址、账号等）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公司模板/规范类文本（无敏感字段）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对外材料的“润色/排版/摘要”（不改变事实）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554480"/>
            <a:ext cx="5440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4D4F"/>
                </a:solidFill>
              </a:rPr>
              <a:t>不可以（禁止）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客户隐私、个人信息、未授权的身份证明材料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商业机密：价格、合同、投标、财务、未发布路线图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未公开源代码、密钥、账号口令、内部漏洞细节</a:t>
            </a:r>
          </a:p>
          <a:p>
            <a:pPr/>
            <a:r>
              <a:rPr sz="1200" b="0">
                <a:solidFill>
                  <a:srgbClr val="D9E0F3"/>
                </a:solidFill>
              </a:rPr>
              <a:t>• 任何“让模型替你做最终决策/承诺”的内容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落地方法：从个人提效到团队能力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9B4D6"/>
                </a:solidFill>
              </a:rPr>
              <a:t>推荐闭环：场景 → 材料 → 验证 → 沉淀（提示词库/知识库/流程）。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920240"/>
            <a:ext cx="960120" cy="960120"/>
          </a:xfrm>
          <a:prstGeom prst="ellipse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选场景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7830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9B4D6"/>
                </a:solidFill>
              </a:rPr>
              <a:t>从高频、低风险的
办公流程开始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057400"/>
            <a:ext cx="1005840" cy="685800"/>
          </a:xfrm>
          <a:prstGeom prst="rightArrow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1920240"/>
            <a:ext cx="960120" cy="960120"/>
          </a:xfrm>
          <a:prstGeom prst="ellipse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9718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给材料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337560"/>
            <a:ext cx="17830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9B4D6"/>
                </a:solidFill>
              </a:rPr>
              <a:t>提供样例/数据/背景
减少来回猜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057400"/>
            <a:ext cx="1005840" cy="685800"/>
          </a:xfrm>
          <a:prstGeom prst="rightArrow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1920240"/>
            <a:ext cx="960120" cy="960120"/>
          </a:xfrm>
          <a:prstGeom prst="ellipse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718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迭代验证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37560"/>
            <a:ext cx="17830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9B4D6"/>
                </a:solidFill>
              </a:rPr>
              <a:t>对照标准自检
再交付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60920" y="2057400"/>
            <a:ext cx="1005840" cy="685800"/>
          </a:xfrm>
          <a:prstGeom prst="rightArrow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0" y="1920240"/>
            <a:ext cx="960120" cy="960120"/>
          </a:xfrm>
          <a:prstGeom prst="ellipse">
            <a:avLst/>
          </a:prstGeom>
          <a:solidFill>
            <a:srgbClr val="0050CA"/>
          </a:solidFill>
          <a:ln>
            <a:solidFill>
              <a:srgbClr val="005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718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沉淀复用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17830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9B4D6"/>
                </a:solidFill>
              </a:rPr>
              <a:t>提示词库/知识库
团队共享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D9E0F3"/>
                </a:solidFill>
              </a:rPr>
              <a:t>建议产出：部门 Top10 提效场景清单 + 3 个可复用提示词模板 + 1 个共享知识库入口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50CA"/>
                </a:solidFill>
              </a:rPr>
              <a:t>谢谢｜欢迎提问与分享你的场景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COMMONDATA" val="eyJoZGlkIjoiZTczZGJiMzk3NmE4MTFmY2I0NmVkOTVhODY4OTk3OTcifQ=="/>
  <p:tag name="RESOURCE_RECORD_KEY" val="{&quot;10&quot;:[19963824,3637366,3637549,363757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uqg2faf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uqg2faf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3106</Words>
  <Application>Microsoft Office PowerPoint</Application>
  <PresentationFormat>宽屏</PresentationFormat>
  <Paragraphs>598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Byte Sans Medium</vt:lpstr>
      <vt:lpstr>DengXian</vt:lpstr>
      <vt:lpstr>DengXian</vt:lpstr>
      <vt:lpstr>等线 Light</vt:lpstr>
      <vt:lpstr>方正兰亭黑简体</vt:lpstr>
      <vt:lpstr>方正兰亭中黑简体</vt:lpstr>
      <vt:lpstr>方正锐正黑简体</vt:lpstr>
      <vt:lpstr>方正锐正黑简体_粗</vt:lpstr>
      <vt:lpstr>微软雅黑</vt:lpstr>
      <vt:lpstr>Arial</vt:lpstr>
      <vt:lpstr>Wingdings</vt:lpstr>
      <vt:lpstr>第一PPT，www.1ppt.com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全场景覆盖：赋能各类安全设备的智能化升级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</dc:title>
  <dc:creator>第一PPT</dc:creator>
  <cp:keywords>www.1ppt.com</cp:keywords>
  <dc:description>www.1ppt.com</dc:description>
  <cp:lastModifiedBy>uist ling</cp:lastModifiedBy>
  <cp:revision>1395</cp:revision>
  <dcterms:created xsi:type="dcterms:W3CDTF">2026-01-27T17:51:00Z</dcterms:created>
  <dcterms:modified xsi:type="dcterms:W3CDTF">2026-01-28T11:27:05Z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AD9D77595B77525ED7D07869CEC91157_43</vt:lpwstr>
  </property>
  <property fmtid="{D5CDD505-2E9C-101B-9397-08002B2CF9AE}" pid="3" name="KSOProductBuildVer">
    <vt:lpwstr>2052-12.1.0.24657</vt:lpwstr>
  </property>
</Properties>
</file>